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oppi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7217c6dd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g367217c6dd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7217c6dd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67217c6dd5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7217c6dd5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67217c6dd5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7217c6dd5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67217c6dd5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Business Model Canvas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6394" l="10881" r="11060" t="6009"/>
          <a:stretch/>
        </p:blipFill>
        <p:spPr>
          <a:xfrm>
            <a:off x="263770" y="1291374"/>
            <a:ext cx="3368710" cy="378053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 rot="5400000">
            <a:off x="3488660" y="-511838"/>
            <a:ext cx="5143502" cy="6167176"/>
          </a:xfrm>
          <a:prstGeom prst="flowChartOffpageConnector">
            <a:avLst/>
          </a:prstGeom>
          <a:solidFill>
            <a:schemeClr val="accent1">
              <a:alpha val="3725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16667" y="698500"/>
            <a:ext cx="4578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FOUNDATIO</a:t>
            </a: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1: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'Why' and 'For Whom'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120452" y="1163321"/>
            <a:ext cx="45012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section focuses on purpose and people—who you are serving, what you are offering, and how you are reaching them.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building blocks that form this foundation are: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 Segments: 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Who are the different groups you are serving or engaging with?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Value Proposition: 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problems are you solving? What benefits or changes are you offering?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Channels: 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do you reach your users, supporters, and partners?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 Relationships: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How do you engage, support, and build trust with them?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41016" y="4640414"/>
            <a:ext cx="376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https://www.freepik.com/free-vector/flat-people-asking-questions-illustration_13379593.htm#fromView=search&amp;page=1&amp;position=3&amp;uuid=6b8895ef-7234-4b69-a927-82762f89fed9&amp;query=why+and+whom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707448" y="3986255"/>
            <a:ext cx="3307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Alt text: A man and a woman thinking with a question mark in the background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636732" y="218123"/>
            <a:ext cx="136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@ID: No 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235676" y="249524"/>
            <a:ext cx="192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@ID: You can also add blocks from the previous slide.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7621" l="0" r="0" t="4172"/>
          <a:stretch/>
        </p:blipFill>
        <p:spPr>
          <a:xfrm>
            <a:off x="0" y="1176902"/>
            <a:ext cx="3459145" cy="396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 rot="5400000">
            <a:off x="3488660" y="-511838"/>
            <a:ext cx="5143502" cy="6167176"/>
          </a:xfrm>
          <a:prstGeom prst="flowChartOffpageConnector">
            <a:avLst/>
          </a:prstGeom>
          <a:solidFill>
            <a:schemeClr val="accent1">
              <a:alpha val="3725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16667" y="698500"/>
            <a:ext cx="4578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FOUNDATION 2: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'How'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097843" y="1419553"/>
            <a:ext cx="45012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Here, the focus is on your operations and delivery—what you do and how you do it.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building blocks that form this foundation are: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Activities: 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do you need to do every day to deliver your value?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Partnerships: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Who helps you make it happen—suppliers, collaborators, allies?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07448" y="3986255"/>
            <a:ext cx="3307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Alt text: Business people shaking hand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23915" y="4497224"/>
            <a:ext cx="457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https://www.freepik.com/free-vector/business-people-shaking-hands-flat-illustration_16368956.htm#fromView=search&amp;page=1&amp;position=5&amp;uuid=6bd6db15-7c96-4e7c-adc7-7686ccd37f27&amp;query=how+key+partnership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636732" y="218123"/>
            <a:ext cx="136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@ID: No 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9303" l="8439" r="6141" t="11720"/>
          <a:stretch/>
        </p:blipFill>
        <p:spPr>
          <a:xfrm>
            <a:off x="218552" y="1808703"/>
            <a:ext cx="3056800" cy="28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 rot="5400000">
            <a:off x="3488660" y="-511838"/>
            <a:ext cx="5143502" cy="6167176"/>
          </a:xfrm>
          <a:prstGeom prst="flowChartOffpageConnector">
            <a:avLst/>
          </a:prstGeom>
          <a:solidFill>
            <a:schemeClr val="accent1">
              <a:alpha val="3725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216667" y="698500"/>
            <a:ext cx="4578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FOUNDATION 3: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'With What'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097843" y="1419553"/>
            <a:ext cx="45012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section explores the resources and assets you will need to operate.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building block that forms this foundation is: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Resources: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What people, tools, spaces, funds, or systems are critical for your work?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07448" y="3986255"/>
            <a:ext cx="3307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Alt text: Looking for a person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137537" y="4549978"/>
            <a:ext cx="316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https://www.freepik.com/free-vector/job-vacancy-background-flat-style_2611581.htm#fromView=search&amp;page=1&amp;position=36&amp;uuid=85b8e886-c9fd-4734-bd04-05d15ecd395c&amp;query=with+what+people+resorces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636732" y="218123"/>
            <a:ext cx="136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@ID: No 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11" y="1348992"/>
            <a:ext cx="3259435" cy="325943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 rot="5400000">
            <a:off x="3488660" y="-511838"/>
            <a:ext cx="5143502" cy="6167176"/>
          </a:xfrm>
          <a:prstGeom prst="flowChartOffpageConnector">
            <a:avLst/>
          </a:prstGeom>
          <a:solidFill>
            <a:schemeClr val="accent1">
              <a:alpha val="3725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216667" y="698500"/>
            <a:ext cx="4578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FOUNDATION 4: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'Sustainability Lens'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097843" y="1419553"/>
            <a:ext cx="45012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 idea needs strong financial support. This section addresses funding and costs.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building blocks that form this foundation are: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Revenue Streams: 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Where does the money come from? How will you stay financially viable?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 Structure: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What are your major expenses and operational costs?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707448" y="3986255"/>
            <a:ext cx="3307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Alt text: People making a business deal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137537" y="4549978"/>
            <a:ext cx="316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https://www.freepik.com/free-vector/business-deal_4338272.htm#fromView=search&amp;page=1&amp;position=25&amp;uuid=6364a4e1-0b63-42e3-85a7-e80d0d18459b&amp;query=finding+revenue+streams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636732" y="218123"/>
            <a:ext cx="136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@ID: No 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